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9" r:id="rId5"/>
  </p:sldIdLst>
  <p:sldSz cx="30275213" cy="42803763"/>
  <p:notesSz cx="6761163" cy="9942513"/>
  <p:defaultTextStyle>
    <a:defPPr>
      <a:defRPr lang="ko-KR"/>
    </a:defPPr>
    <a:lvl1pPr algn="l" defTabSz="4195763" rtl="0" eaLnBrk="0" fontAlgn="base" hangingPunct="0">
      <a:spcBef>
        <a:spcPct val="0"/>
      </a:spcBef>
      <a:spcAft>
        <a:spcPct val="0"/>
      </a:spcAft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2097088" indent="-1639888" algn="l" defTabSz="4195763" rtl="0" eaLnBrk="0" fontAlgn="base" hangingPunct="0">
      <a:spcBef>
        <a:spcPct val="0"/>
      </a:spcBef>
      <a:spcAft>
        <a:spcPct val="0"/>
      </a:spcAft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4195763" indent="-3281363" algn="l" defTabSz="4195763" rtl="0" eaLnBrk="0" fontAlgn="base" hangingPunct="0">
      <a:spcBef>
        <a:spcPct val="0"/>
      </a:spcBef>
      <a:spcAft>
        <a:spcPct val="0"/>
      </a:spcAft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6294438" indent="-4922838" algn="l" defTabSz="4195763" rtl="0" eaLnBrk="0" fontAlgn="base" hangingPunct="0">
      <a:spcBef>
        <a:spcPct val="0"/>
      </a:spcBef>
      <a:spcAft>
        <a:spcPct val="0"/>
      </a:spcAft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8393113" indent="-6564313" algn="l" defTabSz="4195763" rtl="0" eaLnBrk="0" fontAlgn="base" hangingPunct="0">
      <a:spcBef>
        <a:spcPct val="0"/>
      </a:spcBef>
      <a:spcAft>
        <a:spcPct val="0"/>
      </a:spcAft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83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C1"/>
    <a:srgbClr val="0000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763" autoAdjust="0"/>
  </p:normalViewPr>
  <p:slideViewPr>
    <p:cSldViewPr>
      <p:cViewPr>
        <p:scale>
          <a:sx n="33" d="100"/>
          <a:sy n="33" d="100"/>
        </p:scale>
        <p:origin x="1638" y="-18"/>
      </p:cViewPr>
      <p:guideLst>
        <p:guide orient="horz" pos="13482"/>
        <p:guide pos="95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-1998" y="-90"/>
      </p:cViewPr>
      <p:guideLst>
        <p:guide orient="horz" pos="3133"/>
        <p:guide pos="213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5425" tIns="47712" rIns="95425" bIns="47712" rtlCol="0"/>
          <a:lstStyle>
            <a:lvl1pPr algn="l" defTabSz="4197005" eaLnBrk="1" fontAlgn="auto" latinLnBrk="1" hangingPunct="1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5425" tIns="47712" rIns="95425" bIns="47712" rtlCol="0"/>
          <a:lstStyle>
            <a:lvl1pPr algn="r" defTabSz="4197005" eaLnBrk="1" fontAlgn="auto" latinLnBrk="1" hangingPunct="1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CA123B1D-65BF-40FC-B70F-2BD449CD12F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2163" y="744538"/>
            <a:ext cx="263683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25" tIns="47712" rIns="95425" bIns="47712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275" y="4722813"/>
            <a:ext cx="5408613" cy="4473575"/>
          </a:xfrm>
          <a:prstGeom prst="rect">
            <a:avLst/>
          </a:prstGeom>
        </p:spPr>
        <p:txBody>
          <a:bodyPr vert="horz" lIns="95425" tIns="47712" rIns="95425" bIns="47712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5425" tIns="47712" rIns="95425" bIns="47712" rtlCol="0" anchor="b"/>
          <a:lstStyle>
            <a:lvl1pPr algn="l" defTabSz="4197005" eaLnBrk="1" fontAlgn="auto" latinLnBrk="1" hangingPunct="1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wrap="square" lIns="95425" tIns="47712" rIns="95425" bIns="4771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300">
                <a:ea typeface="맑은 고딕" pitchFamily="50" charset="-127"/>
              </a:defRPr>
            </a:lvl1pPr>
          </a:lstStyle>
          <a:p>
            <a:fld id="{7B47AF9D-7D3C-483D-BDA6-FA9DBAF85DC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059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195763" rtl="0" eaLnBrk="0" fontAlgn="base" latinLnBrk="1" hangingPunct="0">
      <a:spcBef>
        <a:spcPct val="30000"/>
      </a:spcBef>
      <a:spcAft>
        <a:spcPct val="0"/>
      </a:spcAft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97088" algn="l" defTabSz="4195763" rtl="0" eaLnBrk="0" fontAlgn="base" latinLnBrk="1" hangingPunct="0">
      <a:spcBef>
        <a:spcPct val="30000"/>
      </a:spcBef>
      <a:spcAft>
        <a:spcPct val="0"/>
      </a:spcAft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95763" algn="l" defTabSz="4195763" rtl="0" eaLnBrk="0" fontAlgn="base" latinLnBrk="1" hangingPunct="0">
      <a:spcBef>
        <a:spcPct val="30000"/>
      </a:spcBef>
      <a:spcAft>
        <a:spcPct val="0"/>
      </a:spcAft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94438" algn="l" defTabSz="4195763" rtl="0" eaLnBrk="0" fontAlgn="base" latinLnBrk="1" hangingPunct="0">
      <a:spcBef>
        <a:spcPct val="30000"/>
      </a:spcBef>
      <a:spcAft>
        <a:spcPct val="0"/>
      </a:spcAft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93113" algn="l" defTabSz="4195763" rtl="0" eaLnBrk="0" fontAlgn="base" latinLnBrk="1" hangingPunct="0">
      <a:spcBef>
        <a:spcPct val="30000"/>
      </a:spcBef>
      <a:spcAft>
        <a:spcPct val="0"/>
      </a:spcAft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92511" algn="l" defTabSz="4197005" rtl="0" eaLnBrk="1" latinLnBrk="1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91014" algn="l" defTabSz="4197005" rtl="0" eaLnBrk="1" latinLnBrk="1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89516" algn="l" defTabSz="4197005" rtl="0" eaLnBrk="1" latinLnBrk="1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88018" algn="l" defTabSz="4197005" rtl="0" eaLnBrk="1" latinLnBrk="1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062163" y="744538"/>
            <a:ext cx="2636837" cy="37290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41325" indent="-441325">
              <a:lnSpc>
                <a:spcPts val="5000"/>
              </a:lnSpc>
              <a:defRPr/>
            </a:pPr>
            <a:endParaRPr lang="en-US" altLang="ko-KR" sz="6000" dirty="0">
              <a:solidFill>
                <a:srgbClr val="FF0000"/>
              </a:solidFill>
            </a:endParaRPr>
          </a:p>
        </p:txBody>
      </p:sp>
      <p:sp>
        <p:nvSpPr>
          <p:cNvPr id="512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30000"/>
              </a:spcBef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30000"/>
              </a:spcBef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30000"/>
              </a:spcBef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30000"/>
              </a:spcBef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3000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3000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3000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3000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5885310-5946-4C36-8AFE-7245CF90E332}" type="slidenum">
              <a:rPr lang="ko-KR" altLang="en-US" sz="1300"/>
              <a:pPr>
                <a:spcBef>
                  <a:spcPct val="0"/>
                </a:spcBef>
              </a:pPr>
              <a:t>1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1849013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541283" y="11913846"/>
            <a:ext cx="21192649" cy="1093873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2078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5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36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15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394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473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552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318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CC7B4CE-912A-43AA-BCC8-85FFE8877BE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A00FE399-FD84-4D10-A351-7466042B680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94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BCDF3-1F51-4A63-9F7A-CC012B0F96B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73DFC9-A1F3-4E91-BFB0-FFC255FA5D8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42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1533" y="27505385"/>
            <a:ext cx="25733932" cy="8501303"/>
          </a:xfrm>
        </p:spPr>
        <p:txBody>
          <a:bodyPr anchor="t"/>
          <a:lstStyle>
            <a:lvl1pPr algn="l">
              <a:defRPr sz="18229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1533" y="18142064"/>
            <a:ext cx="25733932" cy="9363320"/>
          </a:xfrm>
        </p:spPr>
        <p:txBody>
          <a:bodyPr anchor="b"/>
          <a:lstStyle>
            <a:lvl1pPr marL="0" indent="0">
              <a:buNone/>
              <a:defRPr sz="9114">
                <a:solidFill>
                  <a:schemeClr val="tx1">
                    <a:tint val="75000"/>
                  </a:schemeClr>
                </a:solidFill>
              </a:defRPr>
            </a:lvl1pPr>
            <a:lvl2pPr marL="2078986" indent="0">
              <a:buNone/>
              <a:defRPr sz="8223">
                <a:solidFill>
                  <a:schemeClr val="tx1">
                    <a:tint val="75000"/>
                  </a:schemeClr>
                </a:solidFill>
              </a:defRPr>
            </a:lvl2pPr>
            <a:lvl3pPr marL="4157973" indent="0">
              <a:buNone/>
              <a:defRPr sz="7232">
                <a:solidFill>
                  <a:schemeClr val="tx1">
                    <a:tint val="75000"/>
                  </a:schemeClr>
                </a:solidFill>
              </a:defRPr>
            </a:lvl3pPr>
            <a:lvl4pPr marL="6236959" indent="0">
              <a:buNone/>
              <a:defRPr sz="6340">
                <a:solidFill>
                  <a:schemeClr val="tx1">
                    <a:tint val="75000"/>
                  </a:schemeClr>
                </a:solidFill>
              </a:defRPr>
            </a:lvl4pPr>
            <a:lvl5pPr marL="8315945" indent="0">
              <a:buNone/>
              <a:defRPr sz="6340">
                <a:solidFill>
                  <a:schemeClr val="tx1">
                    <a:tint val="75000"/>
                  </a:schemeClr>
                </a:solidFill>
              </a:defRPr>
            </a:lvl5pPr>
            <a:lvl6pPr marL="10394931" indent="0">
              <a:buNone/>
              <a:defRPr sz="6340">
                <a:solidFill>
                  <a:schemeClr val="tx1">
                    <a:tint val="75000"/>
                  </a:schemeClr>
                </a:solidFill>
              </a:defRPr>
            </a:lvl6pPr>
            <a:lvl7pPr marL="12473918" indent="0">
              <a:buNone/>
              <a:defRPr sz="6340">
                <a:solidFill>
                  <a:schemeClr val="tx1">
                    <a:tint val="75000"/>
                  </a:schemeClr>
                </a:solidFill>
              </a:defRPr>
            </a:lvl7pPr>
            <a:lvl8pPr marL="14552904" indent="0">
              <a:buNone/>
              <a:defRPr sz="6340">
                <a:solidFill>
                  <a:schemeClr val="tx1">
                    <a:tint val="75000"/>
                  </a:schemeClr>
                </a:solidFill>
              </a:defRPr>
            </a:lvl8pPr>
            <a:lvl9pPr marL="16631889" indent="0">
              <a:buNone/>
              <a:defRPr sz="63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D4916-5C82-475E-B9B2-468FBD5C854B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63B8F-4DD6-4F40-9F31-AA3C34B1086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83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009077" y="62917571"/>
            <a:ext cx="44803111" cy="177972498"/>
          </a:xfrm>
        </p:spPr>
        <p:txBody>
          <a:bodyPr/>
          <a:lstStyle>
            <a:lvl1pPr>
              <a:defRPr sz="12780"/>
            </a:lvl1pPr>
            <a:lvl2pPr>
              <a:defRPr sz="10898"/>
            </a:lvl2pPr>
            <a:lvl3pPr>
              <a:defRPr sz="9114"/>
            </a:lvl3pPr>
            <a:lvl4pPr>
              <a:defRPr sz="8223"/>
            </a:lvl4pPr>
            <a:lvl5pPr>
              <a:defRPr sz="8223"/>
            </a:lvl5pPr>
            <a:lvl6pPr>
              <a:defRPr sz="8223"/>
            </a:lvl6pPr>
            <a:lvl7pPr>
              <a:defRPr sz="8223"/>
            </a:lvl7pPr>
            <a:lvl8pPr>
              <a:defRPr sz="8223"/>
            </a:lvl8pPr>
            <a:lvl9pPr>
              <a:defRPr sz="822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16777" y="62917571"/>
            <a:ext cx="44808365" cy="177972498"/>
          </a:xfrm>
        </p:spPr>
        <p:txBody>
          <a:bodyPr/>
          <a:lstStyle>
            <a:lvl1pPr>
              <a:defRPr sz="12780"/>
            </a:lvl1pPr>
            <a:lvl2pPr>
              <a:defRPr sz="10898"/>
            </a:lvl2pPr>
            <a:lvl3pPr>
              <a:defRPr sz="9114"/>
            </a:lvl3pPr>
            <a:lvl4pPr>
              <a:defRPr sz="8223"/>
            </a:lvl4pPr>
            <a:lvl5pPr>
              <a:defRPr sz="8223"/>
            </a:lvl5pPr>
            <a:lvl6pPr>
              <a:defRPr sz="8223"/>
            </a:lvl6pPr>
            <a:lvl7pPr>
              <a:defRPr sz="8223"/>
            </a:lvl7pPr>
            <a:lvl8pPr>
              <a:defRPr sz="8223"/>
            </a:lvl8pPr>
            <a:lvl9pPr>
              <a:defRPr sz="822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9F1C4-71A6-418C-B623-39582AED19E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56AB6-00D6-47E9-AB16-60C66B0D01D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94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61" y="1714135"/>
            <a:ext cx="27247692" cy="713396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1" y="9581309"/>
            <a:ext cx="13376810" cy="3993033"/>
          </a:xfrm>
        </p:spPr>
        <p:txBody>
          <a:bodyPr anchor="b"/>
          <a:lstStyle>
            <a:lvl1pPr marL="0" indent="0">
              <a:buNone/>
              <a:defRPr sz="10898" b="1"/>
            </a:lvl1pPr>
            <a:lvl2pPr marL="2078986" indent="0">
              <a:buNone/>
              <a:defRPr sz="9114" b="1"/>
            </a:lvl2pPr>
            <a:lvl3pPr marL="4157973" indent="0">
              <a:buNone/>
              <a:defRPr sz="8223" b="1"/>
            </a:lvl3pPr>
            <a:lvl4pPr marL="6236959" indent="0">
              <a:buNone/>
              <a:defRPr sz="7232" b="1"/>
            </a:lvl4pPr>
            <a:lvl5pPr marL="8315945" indent="0">
              <a:buNone/>
              <a:defRPr sz="7232" b="1"/>
            </a:lvl5pPr>
            <a:lvl6pPr marL="10394931" indent="0">
              <a:buNone/>
              <a:defRPr sz="7232" b="1"/>
            </a:lvl6pPr>
            <a:lvl7pPr marL="12473918" indent="0">
              <a:buNone/>
              <a:defRPr sz="7232" b="1"/>
            </a:lvl7pPr>
            <a:lvl8pPr marL="14552904" indent="0">
              <a:buNone/>
              <a:defRPr sz="7232" b="1"/>
            </a:lvl8pPr>
            <a:lvl9pPr marL="16631889" indent="0">
              <a:buNone/>
              <a:defRPr sz="7232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13761" y="13574342"/>
            <a:ext cx="13376810" cy="24661708"/>
          </a:xfrm>
        </p:spPr>
        <p:txBody>
          <a:bodyPr/>
          <a:lstStyle>
            <a:lvl1pPr>
              <a:defRPr sz="10898"/>
            </a:lvl1pPr>
            <a:lvl2pPr>
              <a:defRPr sz="9114"/>
            </a:lvl2pPr>
            <a:lvl3pPr>
              <a:defRPr sz="8223"/>
            </a:lvl3pPr>
            <a:lvl4pPr>
              <a:defRPr sz="7232"/>
            </a:lvl4pPr>
            <a:lvl5pPr>
              <a:defRPr sz="7232"/>
            </a:lvl5pPr>
            <a:lvl6pPr>
              <a:defRPr sz="7232"/>
            </a:lvl6pPr>
            <a:lvl7pPr>
              <a:defRPr sz="7232"/>
            </a:lvl7pPr>
            <a:lvl8pPr>
              <a:defRPr sz="7232"/>
            </a:lvl8pPr>
            <a:lvl9pPr>
              <a:defRPr sz="72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79390" y="9581309"/>
            <a:ext cx="13382065" cy="3993033"/>
          </a:xfrm>
        </p:spPr>
        <p:txBody>
          <a:bodyPr anchor="b"/>
          <a:lstStyle>
            <a:lvl1pPr marL="0" indent="0">
              <a:buNone/>
              <a:defRPr sz="10898" b="1"/>
            </a:lvl1pPr>
            <a:lvl2pPr marL="2078986" indent="0">
              <a:buNone/>
              <a:defRPr sz="9114" b="1"/>
            </a:lvl2pPr>
            <a:lvl3pPr marL="4157973" indent="0">
              <a:buNone/>
              <a:defRPr sz="8223" b="1"/>
            </a:lvl3pPr>
            <a:lvl4pPr marL="6236959" indent="0">
              <a:buNone/>
              <a:defRPr sz="7232" b="1"/>
            </a:lvl4pPr>
            <a:lvl5pPr marL="8315945" indent="0">
              <a:buNone/>
              <a:defRPr sz="7232" b="1"/>
            </a:lvl5pPr>
            <a:lvl6pPr marL="10394931" indent="0">
              <a:buNone/>
              <a:defRPr sz="7232" b="1"/>
            </a:lvl6pPr>
            <a:lvl7pPr marL="12473918" indent="0">
              <a:buNone/>
              <a:defRPr sz="7232" b="1"/>
            </a:lvl7pPr>
            <a:lvl8pPr marL="14552904" indent="0">
              <a:buNone/>
              <a:defRPr sz="7232" b="1"/>
            </a:lvl8pPr>
            <a:lvl9pPr marL="16631889" indent="0">
              <a:buNone/>
              <a:defRPr sz="7232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79390" y="13574342"/>
            <a:ext cx="13382065" cy="24661708"/>
          </a:xfrm>
        </p:spPr>
        <p:txBody>
          <a:bodyPr/>
          <a:lstStyle>
            <a:lvl1pPr>
              <a:defRPr sz="10898"/>
            </a:lvl1pPr>
            <a:lvl2pPr>
              <a:defRPr sz="9114"/>
            </a:lvl2pPr>
            <a:lvl3pPr>
              <a:defRPr sz="8223"/>
            </a:lvl3pPr>
            <a:lvl4pPr>
              <a:defRPr sz="7232"/>
            </a:lvl4pPr>
            <a:lvl5pPr>
              <a:defRPr sz="7232"/>
            </a:lvl5pPr>
            <a:lvl6pPr>
              <a:defRPr sz="7232"/>
            </a:lvl6pPr>
            <a:lvl7pPr>
              <a:defRPr sz="7232"/>
            </a:lvl7pPr>
            <a:lvl8pPr>
              <a:defRPr sz="7232"/>
            </a:lvl8pPr>
            <a:lvl9pPr>
              <a:defRPr sz="72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10BF8-8C01-4543-B376-8B1D22880696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B0CF33-7BFB-4B04-96AF-5441ADB6540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30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A7007-B4F0-46DD-88EF-927842B060E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B63B4-B94A-40BC-9218-AEF591DEADC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88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A177-2AC8-41FA-A2BB-F314679E36D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4817C-C933-4F10-8A8B-7A9381CB47B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540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63" y="1704224"/>
            <a:ext cx="9960337" cy="7252860"/>
          </a:xfrm>
        </p:spPr>
        <p:txBody>
          <a:bodyPr anchor="b"/>
          <a:lstStyle>
            <a:lvl1pPr algn="l">
              <a:defRPr sz="9114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36767" y="1704227"/>
            <a:ext cx="16924685" cy="36531826"/>
          </a:xfrm>
        </p:spPr>
        <p:txBody>
          <a:bodyPr/>
          <a:lstStyle>
            <a:lvl1pPr>
              <a:defRPr sz="14563"/>
            </a:lvl1pPr>
            <a:lvl2pPr>
              <a:defRPr sz="12780"/>
            </a:lvl2pPr>
            <a:lvl3pPr>
              <a:defRPr sz="10898"/>
            </a:lvl3pPr>
            <a:lvl4pPr>
              <a:defRPr sz="9114"/>
            </a:lvl4pPr>
            <a:lvl5pPr>
              <a:defRPr sz="9114"/>
            </a:lvl5pPr>
            <a:lvl6pPr>
              <a:defRPr sz="9114"/>
            </a:lvl6pPr>
            <a:lvl7pPr>
              <a:defRPr sz="9114"/>
            </a:lvl7pPr>
            <a:lvl8pPr>
              <a:defRPr sz="9114"/>
            </a:lvl8pPr>
            <a:lvl9pPr>
              <a:defRPr sz="9114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13763" y="8957087"/>
            <a:ext cx="9960337" cy="29278966"/>
          </a:xfrm>
        </p:spPr>
        <p:txBody>
          <a:bodyPr/>
          <a:lstStyle>
            <a:lvl1pPr marL="0" indent="0">
              <a:buNone/>
              <a:defRPr sz="6340"/>
            </a:lvl1pPr>
            <a:lvl2pPr marL="2078986" indent="0">
              <a:buNone/>
              <a:defRPr sz="5449"/>
            </a:lvl2pPr>
            <a:lvl3pPr marL="4157973" indent="0">
              <a:buNone/>
              <a:defRPr sz="4557"/>
            </a:lvl3pPr>
            <a:lvl4pPr marL="6236959" indent="0">
              <a:buNone/>
              <a:defRPr sz="4062"/>
            </a:lvl4pPr>
            <a:lvl5pPr marL="8315945" indent="0">
              <a:buNone/>
              <a:defRPr sz="4062"/>
            </a:lvl5pPr>
            <a:lvl6pPr marL="10394931" indent="0">
              <a:buNone/>
              <a:defRPr sz="4062"/>
            </a:lvl6pPr>
            <a:lvl7pPr marL="12473918" indent="0">
              <a:buNone/>
              <a:defRPr sz="4062"/>
            </a:lvl7pPr>
            <a:lvl8pPr marL="14552904" indent="0">
              <a:buNone/>
              <a:defRPr sz="4062"/>
            </a:lvl8pPr>
            <a:lvl9pPr marL="16631889" indent="0">
              <a:buNone/>
              <a:defRPr sz="40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9D5D1-6552-429A-A835-B44BD186F9C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63A7B2-7DE4-4AC9-B214-41F2DB1FB9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90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4153" y="29962635"/>
            <a:ext cx="18165128" cy="3537258"/>
          </a:xfrm>
        </p:spPr>
        <p:txBody>
          <a:bodyPr anchor="b"/>
          <a:lstStyle>
            <a:lvl1pPr algn="l">
              <a:defRPr sz="9114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4153" y="3824596"/>
            <a:ext cx="18165128" cy="25682258"/>
          </a:xfrm>
        </p:spPr>
        <p:txBody>
          <a:bodyPr rtlCol="0">
            <a:normAutofit/>
          </a:bodyPr>
          <a:lstStyle>
            <a:lvl1pPr marL="0" indent="0">
              <a:buNone/>
              <a:defRPr sz="14563"/>
            </a:lvl1pPr>
            <a:lvl2pPr marL="2078986" indent="0">
              <a:buNone/>
              <a:defRPr sz="12780"/>
            </a:lvl2pPr>
            <a:lvl3pPr marL="4157973" indent="0">
              <a:buNone/>
              <a:defRPr sz="10898"/>
            </a:lvl3pPr>
            <a:lvl4pPr marL="6236959" indent="0">
              <a:buNone/>
              <a:defRPr sz="9114"/>
            </a:lvl4pPr>
            <a:lvl5pPr marL="8315945" indent="0">
              <a:buNone/>
              <a:defRPr sz="9114"/>
            </a:lvl5pPr>
            <a:lvl6pPr marL="10394931" indent="0">
              <a:buNone/>
              <a:defRPr sz="9114"/>
            </a:lvl6pPr>
            <a:lvl7pPr marL="12473918" indent="0">
              <a:buNone/>
              <a:defRPr sz="9114"/>
            </a:lvl7pPr>
            <a:lvl8pPr marL="14552904" indent="0">
              <a:buNone/>
              <a:defRPr sz="9114"/>
            </a:lvl8pPr>
            <a:lvl9pPr marL="16631889" indent="0">
              <a:buNone/>
              <a:defRPr sz="9114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34153" y="33499893"/>
            <a:ext cx="18165128" cy="5023494"/>
          </a:xfrm>
        </p:spPr>
        <p:txBody>
          <a:bodyPr/>
          <a:lstStyle>
            <a:lvl1pPr marL="0" indent="0">
              <a:buNone/>
              <a:defRPr sz="6340"/>
            </a:lvl1pPr>
            <a:lvl2pPr marL="2078986" indent="0">
              <a:buNone/>
              <a:defRPr sz="5449"/>
            </a:lvl2pPr>
            <a:lvl3pPr marL="4157973" indent="0">
              <a:buNone/>
              <a:defRPr sz="4557"/>
            </a:lvl3pPr>
            <a:lvl4pPr marL="6236959" indent="0">
              <a:buNone/>
              <a:defRPr sz="4062"/>
            </a:lvl4pPr>
            <a:lvl5pPr marL="8315945" indent="0">
              <a:buNone/>
              <a:defRPr sz="4062"/>
            </a:lvl5pPr>
            <a:lvl6pPr marL="10394931" indent="0">
              <a:buNone/>
              <a:defRPr sz="4062"/>
            </a:lvl6pPr>
            <a:lvl7pPr marL="12473918" indent="0">
              <a:buNone/>
              <a:defRPr sz="4062"/>
            </a:lvl7pPr>
            <a:lvl8pPr marL="14552904" indent="0">
              <a:buNone/>
              <a:defRPr sz="4062"/>
            </a:lvl8pPr>
            <a:lvl9pPr marL="16631889" indent="0">
              <a:buNone/>
              <a:defRPr sz="40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F5200-12DE-473E-AB99-D82BB9E8720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EB61B-F8C7-4F5C-851D-2F1AD43B807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7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1316E-7EA0-4CB3-8904-44F19AD570C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7B980-7999-44DB-8135-2D0CC64C812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88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97440" y="10800026"/>
            <a:ext cx="22527702" cy="23009004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009077" y="10800026"/>
            <a:ext cx="67083774" cy="23009004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CB6CC-B2B3-47C4-BDEF-C6F7211A176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F93AC0-370E-48E5-8666-CDD4CEA9E9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1094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1514477" y="1714289"/>
            <a:ext cx="27246260" cy="7133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9700" tIns="209850" rIns="419700" bIns="2098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1514477" y="9986916"/>
            <a:ext cx="27246260" cy="2824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9700" tIns="209850" rIns="419700" bIns="2098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4477" y="39672433"/>
            <a:ext cx="7063845" cy="2278904"/>
          </a:xfrm>
          <a:prstGeom prst="rect">
            <a:avLst/>
          </a:prstGeom>
        </p:spPr>
        <p:txBody>
          <a:bodyPr vert="horz" lIns="419700" tIns="209850" rIns="419700" bIns="209850" rtlCol="0" anchor="ctr"/>
          <a:lstStyle>
            <a:lvl1pPr algn="l" defTabSz="4157973" eaLnBrk="1" fontAlgn="auto" latinLnBrk="1" hangingPunct="1">
              <a:spcBef>
                <a:spcPts val="0"/>
              </a:spcBef>
              <a:spcAft>
                <a:spcPts val="0"/>
              </a:spcAft>
              <a:defRPr kumimoji="0" sz="544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6FCC4ED-AC54-4EF6-8C11-2C69C2D671B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3887" y="39672433"/>
            <a:ext cx="9587441" cy="2278904"/>
          </a:xfrm>
          <a:prstGeom prst="rect">
            <a:avLst/>
          </a:prstGeom>
        </p:spPr>
        <p:txBody>
          <a:bodyPr vert="horz" lIns="419700" tIns="209850" rIns="419700" bIns="209850" rtlCol="0" anchor="ctr"/>
          <a:lstStyle>
            <a:lvl1pPr algn="ctr" defTabSz="4157973" eaLnBrk="1" fontAlgn="auto" latinLnBrk="1" hangingPunct="1">
              <a:spcBef>
                <a:spcPts val="0"/>
              </a:spcBef>
              <a:spcAft>
                <a:spcPts val="0"/>
              </a:spcAft>
              <a:defRPr kumimoji="0" sz="544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6892" y="39672433"/>
            <a:ext cx="7063845" cy="2278904"/>
          </a:xfrm>
          <a:prstGeom prst="rect">
            <a:avLst/>
          </a:prstGeom>
        </p:spPr>
        <p:txBody>
          <a:bodyPr vert="horz" wrap="square" lIns="419700" tIns="209850" rIns="419700" bIns="20985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5449">
                <a:solidFill>
                  <a:srgbClr val="898989"/>
                </a:solidFill>
                <a:ea typeface="맑은 고딕" pitchFamily="50" charset="-127"/>
              </a:defRPr>
            </a:lvl1pPr>
          </a:lstStyle>
          <a:p>
            <a:fld id="{12BAA4DD-006B-4CAA-AFFA-9CEF78924FD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txStyles>
    <p:titleStyle>
      <a:lvl1pPr algn="ctr" defTabSz="4156742" rtl="0" eaLnBrk="0" fontAlgn="base" latinLnBrk="1" hangingPunct="0">
        <a:spcBef>
          <a:spcPct val="0"/>
        </a:spcBef>
        <a:spcAft>
          <a:spcPct val="0"/>
        </a:spcAft>
        <a:defRPr sz="20012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156742" rtl="0" eaLnBrk="0" fontAlgn="base" latinLnBrk="1" hangingPunct="0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4156742" rtl="0" eaLnBrk="0" fontAlgn="base" latinLnBrk="1" hangingPunct="0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4156742" rtl="0" eaLnBrk="0" fontAlgn="base" latinLnBrk="1" hangingPunct="0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4156742" rtl="0" eaLnBrk="0" fontAlgn="base" latinLnBrk="1" hangingPunct="0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2948" algn="ctr" defTabSz="4156742" rtl="0" fontAlgn="base" latinLnBrk="1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05896" algn="ctr" defTabSz="4156742" rtl="0" fontAlgn="base" latinLnBrk="1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58844" algn="ctr" defTabSz="4156742" rtl="0" fontAlgn="base" latinLnBrk="1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11792" algn="ctr" defTabSz="4156742" rtl="0" fontAlgn="base" latinLnBrk="1">
        <a:spcBef>
          <a:spcPct val="0"/>
        </a:spcBef>
        <a:spcAft>
          <a:spcPct val="0"/>
        </a:spcAft>
        <a:defRPr sz="2001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1558582" indent="-1558582" algn="l" defTabSz="4156742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4563" kern="1200">
          <a:solidFill>
            <a:schemeClr val="tx1"/>
          </a:solidFill>
          <a:latin typeface="+mn-lt"/>
          <a:ea typeface="+mn-ea"/>
          <a:cs typeface="+mn-cs"/>
        </a:defRPr>
      </a:lvl1pPr>
      <a:lvl2pPr marL="3378237" indent="-1299080" algn="l" defTabSz="4156742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2780" kern="1200">
          <a:solidFill>
            <a:schemeClr val="tx1"/>
          </a:solidFill>
          <a:latin typeface="+mn-lt"/>
          <a:ea typeface="+mn-ea"/>
          <a:cs typeface="+mn-cs"/>
        </a:defRPr>
      </a:lvl2pPr>
      <a:lvl3pPr marL="5196321" indent="-1038006" algn="l" defTabSz="4156742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0898" kern="1200">
          <a:solidFill>
            <a:schemeClr val="tx1"/>
          </a:solidFill>
          <a:latin typeface="+mn-lt"/>
          <a:ea typeface="+mn-ea"/>
          <a:cs typeface="+mn-cs"/>
        </a:defRPr>
      </a:lvl3pPr>
      <a:lvl4pPr marL="7275478" indent="-1038006" algn="l" defTabSz="4156742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9114" kern="1200">
          <a:solidFill>
            <a:schemeClr val="tx1"/>
          </a:solidFill>
          <a:latin typeface="+mn-lt"/>
          <a:ea typeface="+mn-ea"/>
          <a:cs typeface="+mn-cs"/>
        </a:defRPr>
      </a:lvl4pPr>
      <a:lvl5pPr marL="9354635" indent="-1038006" algn="l" defTabSz="4156742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9114" kern="1200">
          <a:solidFill>
            <a:schemeClr val="tx1"/>
          </a:solidFill>
          <a:latin typeface="+mn-lt"/>
          <a:ea typeface="+mn-ea"/>
          <a:cs typeface="+mn-cs"/>
        </a:defRPr>
      </a:lvl5pPr>
      <a:lvl6pPr marL="11434425" indent="-1039493" algn="l" defTabSz="4157973" rtl="0" eaLnBrk="1" latinLnBrk="1" hangingPunct="1">
        <a:spcBef>
          <a:spcPct val="20000"/>
        </a:spcBef>
        <a:buFont typeface="Arial" pitchFamily="34" charset="0"/>
        <a:buChar char="•"/>
        <a:defRPr sz="9114" kern="1200">
          <a:solidFill>
            <a:schemeClr val="tx1"/>
          </a:solidFill>
          <a:latin typeface="+mn-lt"/>
          <a:ea typeface="+mn-ea"/>
          <a:cs typeface="+mn-cs"/>
        </a:defRPr>
      </a:lvl6pPr>
      <a:lvl7pPr marL="13513411" indent="-1039493" algn="l" defTabSz="4157973" rtl="0" eaLnBrk="1" latinLnBrk="1" hangingPunct="1">
        <a:spcBef>
          <a:spcPct val="20000"/>
        </a:spcBef>
        <a:buFont typeface="Arial" pitchFamily="34" charset="0"/>
        <a:buChar char="•"/>
        <a:defRPr sz="9114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96" indent="-1039493" algn="l" defTabSz="4157973" rtl="0" eaLnBrk="1" latinLnBrk="1" hangingPunct="1">
        <a:spcBef>
          <a:spcPct val="20000"/>
        </a:spcBef>
        <a:buFont typeface="Arial" pitchFamily="34" charset="0"/>
        <a:buChar char="•"/>
        <a:defRPr sz="9114" kern="1200">
          <a:solidFill>
            <a:schemeClr val="tx1"/>
          </a:solidFill>
          <a:latin typeface="+mn-lt"/>
          <a:ea typeface="+mn-ea"/>
          <a:cs typeface="+mn-cs"/>
        </a:defRPr>
      </a:lvl8pPr>
      <a:lvl9pPr marL="17671382" indent="-1039493" algn="l" defTabSz="4157973" rtl="0" eaLnBrk="1" latinLnBrk="1" hangingPunct="1">
        <a:spcBef>
          <a:spcPct val="20000"/>
        </a:spcBef>
        <a:buFont typeface="Arial" pitchFamily="34" charset="0"/>
        <a:buChar char="•"/>
        <a:defRPr sz="91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1pPr>
      <a:lvl2pPr marL="2078986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2pPr>
      <a:lvl3pPr marL="4157973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3pPr>
      <a:lvl4pPr marL="6236959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4pPr>
      <a:lvl5pPr marL="8315945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5pPr>
      <a:lvl6pPr marL="10394931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6pPr>
      <a:lvl7pPr marL="12473918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7pPr>
      <a:lvl8pPr marL="14552904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8pPr>
      <a:lvl9pPr marL="16631889" algn="l" defTabSz="4157973" rtl="0" eaLnBrk="1" latinLnBrk="1" hangingPunct="1">
        <a:defRPr sz="82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872045" y="7792369"/>
            <a:ext cx="13977529" cy="9326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15797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800" b="1"/>
              <a:t> INTRODUCTION</a:t>
            </a:r>
            <a:endParaRPr kumimoji="0" lang="ko-KR" altLang="en-US" sz="4000" b="1" dirty="0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980096" y="41924161"/>
            <a:ext cx="28531124" cy="0"/>
          </a:xfrm>
          <a:prstGeom prst="line">
            <a:avLst/>
          </a:prstGeom>
          <a:ln w="127000" cmpd="thinThick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8" name="Rectangle 179"/>
          <p:cNvSpPr>
            <a:spLocks noChangeArrowheads="1"/>
          </p:cNvSpPr>
          <p:nvPr/>
        </p:nvSpPr>
        <p:spPr bwMode="auto">
          <a:xfrm>
            <a:off x="156447" y="-233"/>
            <a:ext cx="184731" cy="135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14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1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1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8223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109" name="Rectangle 180"/>
          <p:cNvSpPr>
            <a:spLocks noChangeArrowheads="1"/>
          </p:cNvSpPr>
          <p:nvPr/>
        </p:nvSpPr>
        <p:spPr bwMode="auto">
          <a:xfrm>
            <a:off x="156447" y="1396363"/>
            <a:ext cx="184731" cy="135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14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1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1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ko-KR" sz="8223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110" name="Rectangle 181"/>
          <p:cNvSpPr>
            <a:spLocks noChangeArrowheads="1"/>
          </p:cNvSpPr>
          <p:nvPr/>
        </p:nvSpPr>
        <p:spPr bwMode="auto">
          <a:xfrm>
            <a:off x="156447" y="2340008"/>
            <a:ext cx="184731" cy="135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14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1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1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8223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111" name="Rectangle 185"/>
          <p:cNvSpPr>
            <a:spLocks noChangeArrowheads="1"/>
          </p:cNvSpPr>
          <p:nvPr/>
        </p:nvSpPr>
        <p:spPr bwMode="auto">
          <a:xfrm>
            <a:off x="156447" y="-233"/>
            <a:ext cx="184731" cy="135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14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1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1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ko-KR" sz="8223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112" name="Rectangle 186"/>
          <p:cNvSpPr>
            <a:spLocks noChangeArrowheads="1"/>
          </p:cNvSpPr>
          <p:nvPr/>
        </p:nvSpPr>
        <p:spPr bwMode="auto">
          <a:xfrm>
            <a:off x="156447" y="1396363"/>
            <a:ext cx="184731" cy="135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14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1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1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8223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113" name="Rectangle 187"/>
          <p:cNvSpPr>
            <a:spLocks noChangeArrowheads="1"/>
          </p:cNvSpPr>
          <p:nvPr/>
        </p:nvSpPr>
        <p:spPr bwMode="auto">
          <a:xfrm>
            <a:off x="156447" y="2792958"/>
            <a:ext cx="184731" cy="135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14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1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1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195763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8223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8CB17F1-0858-2F23-2547-B03F71F765F4}"/>
              </a:ext>
            </a:extLst>
          </p:cNvPr>
          <p:cNvSpPr/>
          <p:nvPr/>
        </p:nvSpPr>
        <p:spPr bwMode="auto">
          <a:xfrm>
            <a:off x="906305" y="17903615"/>
            <a:ext cx="13977529" cy="930521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15797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800" b="1"/>
              <a:t> METHODOLOGY</a:t>
            </a:r>
            <a:endParaRPr kumimoji="0" lang="ko-KR" altLang="en-US" sz="4000" b="1" dirty="0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D359BAB-4536-B168-D40C-314CDA0FB0FB}"/>
              </a:ext>
            </a:extLst>
          </p:cNvPr>
          <p:cNvSpPr/>
          <p:nvPr/>
        </p:nvSpPr>
        <p:spPr bwMode="auto">
          <a:xfrm>
            <a:off x="15458735" y="7828802"/>
            <a:ext cx="13977529" cy="930521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15797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800" b="1"/>
              <a:t> RESULTS</a:t>
            </a:r>
            <a:endParaRPr kumimoji="0" lang="ko-KR" altLang="en-US" sz="4000" b="1" dirty="0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32BE942-3CC9-1630-E6AE-1928723F8218}"/>
              </a:ext>
            </a:extLst>
          </p:cNvPr>
          <p:cNvSpPr/>
          <p:nvPr/>
        </p:nvSpPr>
        <p:spPr bwMode="auto">
          <a:xfrm>
            <a:off x="15458735" y="31843041"/>
            <a:ext cx="13977528" cy="932688"/>
          </a:xfrm>
          <a:prstGeom prst="rect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15797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800" b="1"/>
              <a:t> CONCLUSION</a:t>
            </a:r>
            <a:endParaRPr kumimoji="0" lang="ko-KR" altLang="en-US" sz="4000" b="1" dirty="0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grpSp>
        <p:nvGrpSpPr>
          <p:cNvPr id="4101" name="그룹 35"/>
          <p:cNvGrpSpPr>
            <a:grpSpLocks/>
          </p:cNvGrpSpPr>
          <p:nvPr/>
        </p:nvGrpSpPr>
        <p:grpSpPr bwMode="auto">
          <a:xfrm>
            <a:off x="865823" y="427785"/>
            <a:ext cx="28570441" cy="6717672"/>
            <a:chOff x="715451" y="432225"/>
            <a:chExt cx="28838525" cy="6019693"/>
          </a:xfrm>
        </p:grpSpPr>
        <p:sp>
          <p:nvSpPr>
            <p:cNvPr id="4" name="제목 1"/>
            <p:cNvSpPr txBox="1">
              <a:spLocks/>
            </p:cNvSpPr>
            <p:nvPr/>
          </p:nvSpPr>
          <p:spPr>
            <a:xfrm>
              <a:off x="715451" y="1668573"/>
              <a:ext cx="28838525" cy="1127655"/>
            </a:xfrm>
            <a:prstGeom prst="rect">
              <a:avLst/>
            </a:prstGeom>
          </p:spPr>
          <p:txBody>
            <a:bodyPr anchor="ctr"/>
            <a:lstStyle>
              <a:lvl1pPr algn="ctr" defTabSz="4197005" rtl="0" eaLnBrk="1" latinLnBrk="1" hangingPunct="1">
                <a:spcBef>
                  <a:spcPct val="0"/>
                </a:spcBef>
                <a:buNone/>
                <a:defRPr sz="8800" b="1" kern="1200" baseline="0">
                  <a:solidFill>
                    <a:schemeClr val="tx1"/>
                  </a:solidFill>
                  <a:latin typeface="Times New Roman" pitchFamily="18" charset="0"/>
                  <a:ea typeface="+mj-ea"/>
                  <a:cs typeface="Times New Roman" pitchFamily="18" charset="0"/>
                </a:defRPr>
              </a:lvl1pPr>
            </a:lstStyle>
            <a:p>
              <a:pPr>
                <a:defRPr/>
              </a:pPr>
              <a:r>
                <a:rPr sz="2800" b="1">
                  <a:solidFill>
                    <a:srgbClr val="1A73E8"/>
                  </a:solidFill>
                </a:rPr>
                <a:t>Multi-LLM Consensus for Semantic-Preserving Event Log Augmentation in Predictive Process Monitoring</a:t>
              </a:r>
            </a:p>
            <a:p>
              <a:pPr>
                <a:defRPr/>
              </a:pPr>
              <a:endParaRPr kumimoji="0" lang="en-US" altLang="ko-KR" sz="4400" spc="-99" dirty="0">
                <a:latin typeface="Arial" panose="020B0604020202020204" pitchFamily="34" charset="0"/>
                <a:ea typeface="나눔스퀘어 네오 ExtraBold" panose="00000900000000000000" pitchFamily="2" charset="-127"/>
                <a:cs typeface="Arial" panose="020B0604020202020204" pitchFamily="34" charset="0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721731" y="432225"/>
              <a:ext cx="28800000" cy="0"/>
            </a:xfrm>
            <a:prstGeom prst="line">
              <a:avLst/>
            </a:prstGeom>
            <a:ln w="127000" cmpd="thickThin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>
              <a:off x="721731" y="6450879"/>
              <a:ext cx="28800000" cy="0"/>
            </a:xfrm>
            <a:prstGeom prst="line">
              <a:avLst/>
            </a:prstGeom>
            <a:ln w="127000" cmpd="thinThick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0" name="제목 1"/>
            <p:cNvSpPr txBox="1">
              <a:spLocks/>
            </p:cNvSpPr>
            <p:nvPr/>
          </p:nvSpPr>
          <p:spPr bwMode="auto">
            <a:xfrm>
              <a:off x="4321148" y="2794216"/>
              <a:ext cx="21600000" cy="1442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15798" tIns="207899" rIns="415798" bIns="207899" anchor="ctr"/>
            <a:lstStyle>
              <a:lvl1pPr latinLnBrk="1">
                <a:spcBef>
                  <a:spcPct val="20000"/>
                </a:spcBef>
                <a:buFont typeface="Arial" charset="0"/>
                <a:buChar char="•"/>
                <a:defRPr sz="147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charset="0"/>
                <a:buChar char="–"/>
                <a:defRPr sz="12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charset="0"/>
                <a:buChar char="•"/>
                <a:defRPr sz="1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charset="0"/>
                <a:buChar char="–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sz="2400" b="1"/>
                <a:t>Ifrina Nuritha</a:t>
              </a:r>
              <a:endParaRPr kumimoji="0" lang="en-US" altLang="ko-KR" sz="4800" b="1" baseline="30000" dirty="0">
                <a:latin typeface="Arial" panose="020B0604020202020204" pitchFamily="34" charset="0"/>
                <a:ea typeface="나눔스퀘어 네오 ExtraBold" panose="00000900000000000000" pitchFamily="2" charset="-127"/>
                <a:cs typeface="Arial" panose="020B0604020202020204" pitchFamily="34" charset="0"/>
              </a:endParaRPr>
            </a:p>
            <a:p>
              <a:r>
                <a:rPr sz="2400" b="1"/>
                <a:t>Vandha Pradwiyasma Widartha</a:t>
              </a:r>
            </a:p>
            <a:p>
              <a:r>
                <a:rPr sz="2400" b="1"/>
                <a:t>Chang-Soo Kim†</a:t>
              </a:r>
            </a:p>
          </p:txBody>
        </p:sp>
        <p:sp>
          <p:nvSpPr>
            <p:cNvPr id="4201" name="제목 1"/>
            <p:cNvSpPr txBox="1">
              <a:spLocks/>
            </p:cNvSpPr>
            <p:nvPr/>
          </p:nvSpPr>
          <p:spPr bwMode="auto">
            <a:xfrm>
              <a:off x="5404974" y="5160353"/>
              <a:ext cx="19432351" cy="1291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15798" tIns="207899" rIns="415798" bIns="207899" anchor="ctr"/>
            <a:lstStyle>
              <a:lvl1pPr latinLnBrk="1">
                <a:spcBef>
                  <a:spcPct val="20000"/>
                </a:spcBef>
                <a:buFont typeface="Arial" charset="0"/>
                <a:buChar char="•"/>
                <a:defRPr sz="147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charset="0"/>
                <a:buChar char="–"/>
                <a:defRPr sz="12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charset="0"/>
                <a:buChar char="•"/>
                <a:defRPr sz="1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charset="0"/>
                <a:buChar char="–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defTabSz="41957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9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>
                <a:spcBef>
                  <a:spcPct val="0"/>
                </a:spcBef>
                <a:buFontTx/>
                <a:buNone/>
              </a:pPr>
              <a:r>
                <a:rPr sz="1800" b="1">
                  <a:solidFill>
                    <a:srgbClr val="1A73E8"/>
                  </a:solidFill>
                </a:rPr>
                <a:t>ASPAI 2026 — 2nd Asia-Pacific Symposium on Process and AI</a:t>
              </a:r>
              <a:endParaRPr kumimoji="0" lang="en-US" altLang="ko-KR" sz="3200" dirty="0">
                <a:latin typeface="Arial" panose="020B0604020202020204" pitchFamily="34" charset="0"/>
                <a:ea typeface="나눔스퀘어 네오 Bold" panose="00000800000000000000" pitchFamily="2" charset="-127"/>
                <a:cs typeface="Arial" panose="020B0604020202020204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41B078-7E5C-4506-B212-4BF097433447}"/>
              </a:ext>
            </a:extLst>
          </p:cNvPr>
          <p:cNvSpPr/>
          <p:nvPr/>
        </p:nvSpPr>
        <p:spPr>
          <a:xfrm>
            <a:off x="4287650" y="4780807"/>
            <a:ext cx="21699909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eaLnBrk="1"/>
            <a:r>
              <a:rPr sz="1800" b="1"/>
              <a:t>1</a:t>
            </a:r>
          </a:p>
          <a:p>
            <a:r>
              <a:rPr sz="1800"/>
              <a:t>Department of Information Systems, Universitas of Jember, Indonesia &amp; Pukyong National University, South Korea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FE21A6A-2BDC-4F75-9143-5088E78A788E}"/>
              </a:ext>
            </a:extLst>
          </p:cNvPr>
          <p:cNvSpPr/>
          <p:nvPr/>
        </p:nvSpPr>
        <p:spPr>
          <a:xfrm>
            <a:off x="872045" y="8854923"/>
            <a:ext cx="13987064" cy="841480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/>
              <a:t>  Predictive process monitoring (PPM) applies ML to event logs for next-activity prediction. A fundamental challenge is data scarcity: real-world event logs are often small, exhibit low variability, and contain imbalanced outcomes.</a:t>
            </a:r>
          </a:p>
          <a:p>
            <a:r>
              <a:rPr sz="1400"/>
              <a:t/>
            </a:r>
          </a:p>
          <a:p>
            <a:r>
              <a:rPr sz="1400"/>
              <a:t>  Data augmentation can help, but event log augmentation differs fundamentally from image/text augmentation. Traces are sequentially dependent: activity B follows A due to causal constraints. Random insertion, deletion, or replacement frequently produces semantically invalid sequences (e.g., "Deliver before Ship").</a:t>
            </a:r>
          </a:p>
          <a:p>
            <a:r>
              <a:rPr sz="1400"/>
              <a:t/>
            </a:r>
          </a:p>
          <a:p>
            <a:r>
              <a:rPr sz="1400"/>
              <a:t>  Statistical methods (SiamSA-PPM) preserve control-flow patterns but cannot generate novel variants. LLMs can generate plausible traces but hallucinate invalid transitions. No prior work combines LLM generative capabilities with systematic verification.</a:t>
            </a:r>
          </a:p>
          <a:p>
            <a:r>
              <a:rPr sz="1400"/>
              <a:t/>
            </a:r>
          </a:p>
          <a:p>
            <a:r>
              <a:rPr sz="1400"/>
              <a:t>  Problem. We propose a multi-LLM consensus framework: DeepSeek-R1 generates candidates, GLM-4 verifies structural validity, Kimi-K2 verifies temporal consistency, and programmatic conformance checking provides a third vote. Traces pass only with ≥ 2-of-3 agreement.</a:t>
            </a:r>
          </a:p>
        </p:txBody>
      </p:sp>
      <p:sp>
        <p:nvSpPr>
          <p:cNvPr id="19" name="직사각형 17">
            <a:extLst>
              <a:ext uri="{FF2B5EF4-FFF2-40B4-BE49-F238E27FC236}">
                <a16:creationId xmlns:a16="http://schemas.microsoft.com/office/drawing/2014/main" id="{8664D192-8430-765F-9CFB-F594A3BFA4A1}"/>
              </a:ext>
            </a:extLst>
          </p:cNvPr>
          <p:cNvSpPr/>
          <p:nvPr/>
        </p:nvSpPr>
        <p:spPr bwMode="auto">
          <a:xfrm>
            <a:off x="15484717" y="38755809"/>
            <a:ext cx="13981176" cy="932688"/>
          </a:xfrm>
          <a:prstGeom prst="rect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15797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800" b="1"/>
              <a:t> REFERENCES &amp; ACKNOWLEDGMENT</a:t>
            </a:r>
            <a:endParaRPr kumimoji="0" lang="ko-KR" altLang="en-US" sz="4000" b="1" dirty="0">
              <a:latin typeface="Arial Black" panose="020B0A04020102020204" pitchFamily="34" charset="0"/>
              <a:ea typeface="나눔스퀘어 네오 Heavy" panose="00000A00000000000000" pitchFamily="2" charset="-127"/>
              <a:cs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2906EE-B5B9-A624-D21E-FA4D651BF958}"/>
              </a:ext>
            </a:extLst>
          </p:cNvPr>
          <p:cNvSpPr txBox="1"/>
          <p:nvPr/>
        </p:nvSpPr>
        <p:spPr>
          <a:xfrm>
            <a:off x="15484717" y="39835929"/>
            <a:ext cx="13919602" cy="147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sz="1400"/>
              <a:t>This work was supported by the Department of Information System, Pukyong National University.</a:t>
            </a:r>
            <a:endParaRPr lang="ko-KR" altLang="ko-KR" sz="2800" dirty="0">
              <a:effectLst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sz="1400"/>
              <a:t/>
            </a:r>
          </a:p>
          <a:p>
            <a:r>
              <a:rPr sz="1400"/>
              <a:t>Key References:</a:t>
            </a:r>
          </a:p>
          <a:p>
            <a:r>
              <a:rPr sz="1400"/>
              <a:t>[1] van Straten et al. (2025) SiamSA-PPM. arXiv:2507.18293</a:t>
            </a:r>
          </a:p>
          <a:p>
            <a:r>
              <a:rPr sz="1400"/>
              <a:t>[2] Padella et al. (2025) Comparison of Augmentation Techniques. arXiv:2511.01896</a:t>
            </a:r>
          </a:p>
          <a:p>
            <a:r>
              <a:rPr sz="1400"/>
              <a:t>[3] Berti et al. (2024) PM-LLM-Benchmark. ICPM Workshops</a:t>
            </a:r>
          </a:p>
          <a:p>
            <a:r>
              <a:rPr sz="1400"/>
              <a:t>[4] Karpathy (2024) llm-consortium. PyPI</a:t>
            </a:r>
          </a:p>
          <a:p>
            <a:r>
              <a:rPr sz="1400"/>
              <a:t>[5] van der Aalst (2025) No AI Without PI. arXiv:2508.00116</a:t>
            </a:r>
          </a:p>
        </p:txBody>
      </p:sp>
      <p:sp>
        <p:nvSpPr>
          <p:cNvPr id="6" name="직사각형 10">
            <a:extLst>
              <a:ext uri="{FF2B5EF4-FFF2-40B4-BE49-F238E27FC236}">
                <a16:creationId xmlns:a16="http://schemas.microsoft.com/office/drawing/2014/main" id="{28957520-AADE-AB52-DB33-48A93D31F270}"/>
              </a:ext>
            </a:extLst>
          </p:cNvPr>
          <p:cNvSpPr/>
          <p:nvPr/>
        </p:nvSpPr>
        <p:spPr>
          <a:xfrm>
            <a:off x="862510" y="19951040"/>
            <a:ext cx="13987064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sz="1400"/>
              <a:t>Stage 1 — Context Extraction: From training log, extract activity alphabet, DFG with frequency counts, start/end activities, and top-k frequent variants. Context C provided to all LLMs as structured input.</a:t>
            </a:r>
          </a:p>
          <a:p>
            <a:r>
              <a:rPr sz="1400"/>
              <a:t/>
            </a:r>
          </a:p>
          <a:p>
            <a:r>
              <a:rPr sz="1400"/>
              <a:t>Stage 2 — Trace Generation: DeepSeek-R1 (671B MoE) generates N candidate traces conditioned on C. Prompt specifies valid start/end activities, DFG constraints, and domain-specific rules. Output requested as JSON list of activity sequences.</a:t>
            </a:r>
          </a:p>
          <a:p>
            <a:r>
              <a:rPr sz="1400"/>
              <a:t/>
            </a:r>
          </a:p>
          <a:p>
            <a:r>
              <a:rPr sz="1400"/>
              <a:t>Stage 3 — Multi-Model Verification: Each candidate independently evaluated by three verifiers:</a:t>
            </a:r>
          </a:p>
          <a:p>
            <a:r>
              <a:rPr sz="1400"/>
              <a:t>  • Structural (GLM-4): checks DFG transition validity, temp 0.1</a:t>
            </a:r>
          </a:p>
          <a:p>
            <a:r>
              <a:rPr sz="1400"/>
              <a:t>  • Temporal (Kimi-K2): checks temporal ordering, 1M-token context</a:t>
            </a:r>
          </a:p>
          <a:p>
            <a:r>
              <a:rPr sz="1400"/>
              <a:t>  • Conformance (Petri Net): token-based replay, fitness ≥ 0.9</a:t>
            </a:r>
          </a:p>
          <a:p>
            <a:r>
              <a:rPr sz="1400"/>
              <a:t/>
            </a:r>
          </a:p>
          <a:p>
            <a:r>
              <a:rPr sz="1400"/>
              <a:t>Stage 4 — 2-of-3 Consensus: Trace accepted if ≥ 2 verifiers agree.</a:t>
            </a:r>
          </a:p>
        </p:txBody>
      </p:sp>
      <p:sp>
        <p:nvSpPr>
          <p:cNvPr id="24" name="직사각형 58">
            <a:extLst>
              <a:ext uri="{FF2B5EF4-FFF2-40B4-BE49-F238E27FC236}">
                <a16:creationId xmlns:a16="http://schemas.microsoft.com/office/drawing/2014/main" id="{128879F7-648A-4701-3AB5-DD781C33B254}"/>
              </a:ext>
            </a:extLst>
          </p:cNvPr>
          <p:cNvSpPr/>
          <p:nvPr/>
        </p:nvSpPr>
        <p:spPr>
          <a:xfrm>
            <a:off x="980096" y="25187447"/>
            <a:ext cx="139525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b="1"/>
              <a:t>Model Selection Justification</a:t>
            </a:r>
          </a:p>
        </p:txBody>
      </p:sp>
      <p:sp>
        <p:nvSpPr>
          <p:cNvPr id="39" name="직사각형 10">
            <a:extLst>
              <a:ext uri="{FF2B5EF4-FFF2-40B4-BE49-F238E27FC236}">
                <a16:creationId xmlns:a16="http://schemas.microsoft.com/office/drawing/2014/main" id="{2423942B-029F-2A5A-5F6D-F678334F3EC1}"/>
              </a:ext>
            </a:extLst>
          </p:cNvPr>
          <p:cNvSpPr/>
          <p:nvPr/>
        </p:nvSpPr>
        <p:spPr>
          <a:xfrm>
            <a:off x="862510" y="25860838"/>
            <a:ext cx="13987064" cy="2597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/>
              <a:t>  DeepSeek-R1 as Generator: Chain-of-thought architecture. Achieves 80% fully-valid trace rate vs. 60% (GLM-4) and 40% (Kimi-K2).</a:t>
            </a:r>
          </a:p>
          <a:p>
            <a:r>
              <a:rPr sz="1400"/>
              <a:t/>
            </a:r>
          </a:p>
          <a:p>
            <a:r>
              <a:rPr sz="1400"/>
              <a:t>  GLM-4 as Structural Verifier: Tool-use and API integration strength. 90% accuracy, F1 = 0.91. Low temperature (0.1) for deterministic evaluation.</a:t>
            </a:r>
          </a:p>
          <a:p>
            <a:r>
              <a:rPr sz="1400"/>
              <a:t/>
            </a:r>
          </a:p>
          <a:p>
            <a:r>
              <a:rPr sz="1400"/>
              <a:t>  Kimi-K2 as Temporal Verifier: 1M-token context window processes full traces without truncation. Catches long-range ordering errors.</a:t>
            </a:r>
          </a:p>
          <a:p>
            <a:r>
              <a:rPr sz="1400"/>
              <a:t/>
            </a:r>
          </a:p>
          <a:p>
            <a:r>
              <a:rPr sz="1400"/>
              <a:t>  Heterogeneous &gt; Homogeneous: 3-model consensus (90%) outperforms homogeneous (70-80%).</a:t>
            </a:r>
          </a:p>
        </p:txBody>
      </p:sp>
      <p:sp>
        <p:nvSpPr>
          <p:cNvPr id="40" name="직사각형 58">
            <a:extLst>
              <a:ext uri="{FF2B5EF4-FFF2-40B4-BE49-F238E27FC236}">
                <a16:creationId xmlns:a16="http://schemas.microsoft.com/office/drawing/2014/main" id="{0EA1E63F-A0AB-4270-B5C8-76BED9F76447}"/>
              </a:ext>
            </a:extLst>
          </p:cNvPr>
          <p:cNvSpPr/>
          <p:nvPr/>
        </p:nvSpPr>
        <p:spPr>
          <a:xfrm>
            <a:off x="904782" y="29314050"/>
            <a:ext cx="139525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b="1"/>
              <a:t>Datasets</a:t>
            </a:r>
          </a:p>
        </p:txBody>
      </p:sp>
      <p:sp>
        <p:nvSpPr>
          <p:cNvPr id="41" name="직사각형 10">
            <a:extLst>
              <a:ext uri="{FF2B5EF4-FFF2-40B4-BE49-F238E27FC236}">
                <a16:creationId xmlns:a16="http://schemas.microsoft.com/office/drawing/2014/main" id="{0DE6D3E0-C95B-8DAD-BF64-685F570EB650}"/>
              </a:ext>
            </a:extLst>
          </p:cNvPr>
          <p:cNvSpPr/>
          <p:nvPr/>
        </p:nvSpPr>
        <p:spPr>
          <a:xfrm>
            <a:off x="922237" y="30171332"/>
            <a:ext cx="13987064" cy="3890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sz="1400"/>
              <a:t>Six publicly available event logs spanning four domains:</a:t>
            </a:r>
          </a:p>
          <a:p>
            <a:r>
              <a:rPr sz="1400"/>
              <a:t/>
            </a:r>
          </a:p>
          <a:p>
            <a:r>
              <a:rPr sz="1400"/>
              <a:t>  • Sepsis (Healthcare): 1,050 cases, 16 activities, 830 variants — high variability, small size</a:t>
            </a:r>
          </a:p>
          <a:p>
            <a:r>
              <a:rPr sz="1400"/>
              <a:t>  • BPIC 2011 (Healthcare): 1,187 cases, 7 activities, 423 variants — moderate variability</a:t>
            </a:r>
          </a:p>
          <a:p>
            <a:r>
              <a:rPr sz="1400"/>
              <a:t>  • BPIC 2017 (Loan): 59,148 cases, 21 activities, 21,500 variants — very high variability</a:t>
            </a:r>
          </a:p>
          <a:p>
            <a:r>
              <a:rPr sz="1400"/>
              <a:t>  • BPIC 2020 (Municipality): 7,014 cases, 27 activities, 2,932 variants</a:t>
            </a:r>
          </a:p>
          <a:p>
            <a:r>
              <a:rPr sz="1400"/>
              <a:t>  • Hospital Billing: 100,000 cases, 18 activities, 1,000 variants</a:t>
            </a:r>
          </a:p>
          <a:p>
            <a:r>
              <a:rPr sz="1400"/>
              <a:t>  • Road Traffic Fines (Govt): 150,370 cases, 11 activities, 4 variants — very low variability</a:t>
            </a:r>
          </a:p>
          <a:p>
            <a:r>
              <a:rPr sz="1400"/>
              <a:t/>
            </a:r>
          </a:p>
          <a:p>
            <a:r>
              <a:rPr sz="1400"/>
              <a:t>Train/Test: 80/20 temporal split. Augmentation factor: 2.0× (doubling training set).</a:t>
            </a:r>
          </a:p>
          <a:p>
            <a:r>
              <a:rPr sz="1400"/>
              <a:t>Prediction model: LSTM (2-layer, 128 hidden units) with prefix encoding.</a:t>
            </a:r>
          </a:p>
        </p:txBody>
      </p:sp>
      <p:sp>
        <p:nvSpPr>
          <p:cNvPr id="49" name="직사각형 10">
            <a:extLst>
              <a:ext uri="{FF2B5EF4-FFF2-40B4-BE49-F238E27FC236}">
                <a16:creationId xmlns:a16="http://schemas.microsoft.com/office/drawing/2014/main" id="{77A9F6A1-86B7-54FC-7587-2502CA0FB873}"/>
              </a:ext>
            </a:extLst>
          </p:cNvPr>
          <p:cNvSpPr/>
          <p:nvPr/>
        </p:nvSpPr>
        <p:spPr>
          <a:xfrm>
            <a:off x="15458735" y="8872489"/>
            <a:ext cx="13779911" cy="1951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/>
              <a:t>  Multi-LLM consensus (2-of-3) achieves the highest conformance fitness (0.82–0.91) across all six datasets, outperforming statistical baselines (best: 0.74–0.87) and single-model LLM (0.63–0.78). Improvement is largest for small, high-variability logs (Sepsis: +4.6pp) and smallest for large, low-variability logs (RTF: +0.6pp).</a:t>
            </a:r>
          </a:p>
        </p:txBody>
      </p:sp>
      <p:sp>
        <p:nvSpPr>
          <p:cNvPr id="55" name="직사각형 10">
            <a:extLst>
              <a:ext uri="{FF2B5EF4-FFF2-40B4-BE49-F238E27FC236}">
                <a16:creationId xmlns:a16="http://schemas.microsoft.com/office/drawing/2014/main" id="{FB92F379-898A-8949-B21C-93D7AF8E7151}"/>
              </a:ext>
            </a:extLst>
          </p:cNvPr>
          <p:cNvSpPr/>
          <p:nvPr/>
        </p:nvSpPr>
        <p:spPr>
          <a:xfrm>
            <a:off x="15559965" y="25859097"/>
            <a:ext cx="13753929" cy="1951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/>
              <a:t>  Inter-Model Agreement (IMA) quantifies verifier alignment. RTF: 0.89 (simple). BPIC'17: 0.71 (complex). Structural violations: 35-42% of rejections.</a:t>
            </a:r>
          </a:p>
        </p:txBody>
      </p:sp>
      <p:sp>
        <p:nvSpPr>
          <p:cNvPr id="4097" name="직사각형 10">
            <a:extLst>
              <a:ext uri="{FF2B5EF4-FFF2-40B4-BE49-F238E27FC236}">
                <a16:creationId xmlns:a16="http://schemas.microsoft.com/office/drawing/2014/main" id="{5C3C7E21-8FBD-E4E9-D197-335BC8BFEEB8}"/>
              </a:ext>
            </a:extLst>
          </p:cNvPr>
          <p:cNvSpPr/>
          <p:nvPr/>
        </p:nvSpPr>
        <p:spPr>
          <a:xfrm>
            <a:off x="15484717" y="32924587"/>
            <a:ext cx="13919602" cy="5183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sz="1400"/>
              <a:t>  Multi-LLM consensus achieves highest semantic validity (0.82-0.91 fitness) and improves prediction accuracy by 0.6-4.6pp.</a:t>
            </a:r>
          </a:p>
          <a:p>
            <a:r>
              <a:rPr sz="1400"/>
              <a:t/>
            </a:r>
          </a:p>
          <a:p>
            <a:r>
              <a:rPr sz="1400"/>
              <a:t>  • H1 Confirmed: Multi-LLM consensus &gt; statistical baselines</a:t>
            </a:r>
          </a:p>
          <a:p>
            <a:r>
              <a:rPr sz="1400"/>
              <a:t>  • H2 Confirmed: Augmented data improves prediction accuracy</a:t>
            </a:r>
          </a:p>
          <a:p>
            <a:r>
              <a:rPr sz="1400"/>
              <a:t>  • H3 Confirmed: Heterogeneous consensus (90%) &gt; homogeneous (70-80%)</a:t>
            </a:r>
          </a:p>
          <a:p>
            <a:r>
              <a:rPr sz="1400"/>
              <a:t/>
            </a:r>
          </a:p>
          <a:p>
            <a:r>
              <a:rPr sz="1400"/>
              <a:t>  Future: multi-perspective augmentation, deep generative baselines, domain fine-tuning.</a:t>
            </a:r>
          </a:p>
        </p:txBody>
      </p:sp>
      <p:sp>
        <p:nvSpPr>
          <p:cNvPr id="9" name="직사각형 58">
            <a:extLst>
              <a:ext uri="{FF2B5EF4-FFF2-40B4-BE49-F238E27FC236}">
                <a16:creationId xmlns:a16="http://schemas.microsoft.com/office/drawing/2014/main" id="{05B83F39-94F4-7677-DE77-9ECB841CFF25}"/>
              </a:ext>
            </a:extLst>
          </p:cNvPr>
          <p:cNvSpPr/>
          <p:nvPr/>
        </p:nvSpPr>
        <p:spPr>
          <a:xfrm>
            <a:off x="890842" y="19263102"/>
            <a:ext cx="139525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b="1"/>
              <a:t>Multi-LLM Consensus Framework</a:t>
            </a:r>
          </a:p>
        </p:txBody>
      </p:sp>
      <p:sp>
        <p:nvSpPr>
          <p:cNvPr id="18" name="직사각형 58">
            <a:extLst>
              <a:ext uri="{FF2B5EF4-FFF2-40B4-BE49-F238E27FC236}">
                <a16:creationId xmlns:a16="http://schemas.microsoft.com/office/drawing/2014/main" id="{17CC8F27-41D0-BE39-EF69-B1CDEFA8E6F4}"/>
              </a:ext>
            </a:extLst>
          </p:cNvPr>
          <p:cNvSpPr/>
          <p:nvPr/>
        </p:nvSpPr>
        <p:spPr>
          <a:xfrm>
            <a:off x="980096" y="39849796"/>
            <a:ext cx="13952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400" b="1"/>
              <a:t>Fig 1. </a:t>
            </a:r>
            <a:r>
              <a:rPr sz="1400"/>
              <a:t>Six event log datasets spanning four domains</a:t>
            </a:r>
            <a:endParaRPr lang="da-DK" altLang="ko-KR" sz="2400" dirty="0">
              <a:latin typeface="Arial" panose="020B0604020202020204" pitchFamily="34" charset="0"/>
              <a:ea typeface="나눔스퀘어 네오 ExtraBold" panose="00000900000000000000" pitchFamily="2" charset="-127"/>
              <a:cs typeface="Arial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5DF61B8-C196-7089-3C9B-FF59F50F7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631279"/>
              </p:ext>
            </p:extLst>
          </p:nvPr>
        </p:nvGraphicFramePr>
        <p:xfrm>
          <a:off x="15673637" y="11608793"/>
          <a:ext cx="13699099" cy="4591300"/>
        </p:xfrm>
        <a:graphic>
          <a:graphicData uri="http://schemas.openxmlformats.org/drawingml/2006/table">
            <a:tbl>
              <a:tblPr/>
              <a:tblGrid>
                <a:gridCol w="2393900">
                  <a:extLst>
                    <a:ext uri="{9D8B030D-6E8A-4147-A177-3AD203B41FA5}">
                      <a16:colId xmlns:a16="http://schemas.microsoft.com/office/drawing/2014/main" val="2119104116"/>
                    </a:ext>
                  </a:extLst>
                </a:gridCol>
                <a:gridCol w="5097340">
                  <a:extLst>
                    <a:ext uri="{9D8B030D-6E8A-4147-A177-3AD203B41FA5}">
                      <a16:colId xmlns:a16="http://schemas.microsoft.com/office/drawing/2014/main" val="1663141290"/>
                    </a:ext>
                  </a:extLst>
                </a:gridCol>
                <a:gridCol w="3384871">
                  <a:extLst>
                    <a:ext uri="{9D8B030D-6E8A-4147-A177-3AD203B41FA5}">
                      <a16:colId xmlns:a16="http://schemas.microsoft.com/office/drawing/2014/main" val="445467164"/>
                    </a:ext>
                  </a:extLst>
                </a:gridCol>
                <a:gridCol w="2822988">
                  <a:extLst>
                    <a:ext uri="{9D8B030D-6E8A-4147-A177-3AD203B41FA5}">
                      <a16:colId xmlns:a16="http://schemas.microsoft.com/office/drawing/2014/main" val="2960893408"/>
                    </a:ext>
                  </a:extLst>
                </a:gridCol>
              </a:tblGrid>
              <a:tr h="1128460">
                <a:tc>
                  <a:txBody>
                    <a:bodyPr/>
                    <a:lstStyle/>
                    <a:p>
                      <a:r>
                        <a:rPr b="1" sz="1200"/>
                        <a:t>Method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/>
                        <a:t>Sepsis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/>
                        <a:t>BPIC'11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/>
                        <a:t>BPIC'17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153758"/>
                  </a:ext>
                </a:extLst>
              </a:tr>
              <a:tr h="865710">
                <a:tc>
                  <a:txBody>
                    <a:bodyPr/>
                    <a:lstStyle/>
                    <a:p>
                      <a:r>
                        <a:rPr sz="1200"/>
                        <a:t>Original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1.00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1.00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1.00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455059"/>
                  </a:ext>
                </a:extLst>
              </a:tr>
              <a:tr h="865710">
                <a:tc>
                  <a:txBody>
                    <a:bodyPr/>
                    <a:lstStyle/>
                    <a:p>
                      <a:r>
                        <a:rPr sz="1200"/>
                        <a:t>Random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0.42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0.48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0.35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99052"/>
                  </a:ext>
                </a:extLst>
              </a:tr>
              <a:tr h="865710">
                <a:tc>
                  <a:txBody>
                    <a:bodyPr/>
                    <a:lstStyle/>
                    <a:p>
                      <a:r>
                        <a:rPr sz="1200"/>
                        <a:t>Stat. Insert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0.82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06997"/>
                  </a:ext>
                </a:extLst>
              </a:tr>
              <a:tr h="865710">
                <a:tc>
                  <a:txBody>
                    <a:bodyPr/>
                    <a:lstStyle/>
                    <a:p>
                      <a:r>
                        <a:rPr sz="1200"/>
                        <a:t>Stat. Replace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0.69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835646"/>
                  </a:ext>
                </a:extLst>
              </a:tr>
            </a:tbl>
          </a:graphicData>
        </a:graphic>
      </p:graphicFrame>
      <p:sp>
        <p:nvSpPr>
          <p:cNvPr id="21" name="직사각형 58">
            <a:extLst>
              <a:ext uri="{FF2B5EF4-FFF2-40B4-BE49-F238E27FC236}">
                <a16:creationId xmlns:a16="http://schemas.microsoft.com/office/drawing/2014/main" id="{B5DF3B07-F6D8-CC71-4534-81A0CC1BCEEF}"/>
              </a:ext>
            </a:extLst>
          </p:cNvPr>
          <p:cNvSpPr/>
          <p:nvPr/>
        </p:nvSpPr>
        <p:spPr>
          <a:xfrm>
            <a:off x="15372392" y="11032729"/>
            <a:ext cx="13952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400" b="1"/>
              <a:t>Table 1. </a:t>
            </a:r>
            <a:r>
              <a:rPr sz="1400"/>
              <a:t>Conformance fitness across six event logs (2.0× augmentation)</a:t>
            </a:r>
          </a:p>
        </p:txBody>
      </p:sp>
      <p:sp>
        <p:nvSpPr>
          <p:cNvPr id="26" name="직사각형 58">
            <a:extLst>
              <a:ext uri="{FF2B5EF4-FFF2-40B4-BE49-F238E27FC236}">
                <a16:creationId xmlns:a16="http://schemas.microsoft.com/office/drawing/2014/main" id="{1E91F297-84E2-1361-1A1C-0E637AE340E6}"/>
              </a:ext>
            </a:extLst>
          </p:cNvPr>
          <p:cNvSpPr/>
          <p:nvPr/>
        </p:nvSpPr>
        <p:spPr>
          <a:xfrm>
            <a:off x="15286051" y="25188688"/>
            <a:ext cx="13952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400" b="1"/>
              <a:t>Fig 2. </a:t>
            </a:r>
            <a:r>
              <a:rPr sz="1400"/>
              <a:t>Next-activity prediction accuracy across six event logs (2.0×)</a:t>
            </a:r>
            <a:endParaRPr lang="da-DK" altLang="ko-KR" sz="2400" dirty="0">
              <a:latin typeface="Arial" panose="020B0604020202020204" pitchFamily="34" charset="0"/>
              <a:ea typeface="나눔스퀘어 네오 ExtraBold" panose="00000900000000000000" pitchFamily="2" charset="-127"/>
              <a:cs typeface="Arial" panose="020B0604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BC7C420-2A4A-0B97-18E4-50C2773B5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658411"/>
              </p:ext>
            </p:extLst>
          </p:nvPr>
        </p:nvGraphicFramePr>
        <p:xfrm>
          <a:off x="15631374" y="28818705"/>
          <a:ext cx="13565009" cy="2539748"/>
        </p:xfrm>
        <a:graphic>
          <a:graphicData uri="http://schemas.openxmlformats.org/drawingml/2006/table">
            <a:tbl>
              <a:tblPr/>
              <a:tblGrid>
                <a:gridCol w="6300580">
                  <a:extLst>
                    <a:ext uri="{9D8B030D-6E8A-4147-A177-3AD203B41FA5}">
                      <a16:colId xmlns:a16="http://schemas.microsoft.com/office/drawing/2014/main" val="1653479151"/>
                    </a:ext>
                  </a:extLst>
                </a:gridCol>
                <a:gridCol w="3073375">
                  <a:extLst>
                    <a:ext uri="{9D8B030D-6E8A-4147-A177-3AD203B41FA5}">
                      <a16:colId xmlns:a16="http://schemas.microsoft.com/office/drawing/2014/main" val="2980637664"/>
                    </a:ext>
                  </a:extLst>
                </a:gridCol>
                <a:gridCol w="4191054">
                  <a:extLst>
                    <a:ext uri="{9D8B030D-6E8A-4147-A177-3AD203B41FA5}">
                      <a16:colId xmlns:a16="http://schemas.microsoft.com/office/drawing/2014/main" val="3126714247"/>
                    </a:ext>
                  </a:extLst>
                </a:gridCol>
              </a:tblGrid>
              <a:tr h="325628">
                <a:tc>
                  <a:txBody>
                    <a:bodyPr/>
                    <a:lstStyle/>
                    <a:p>
                      <a:r>
                        <a:rPr b="1" sz="1200"/>
                        <a:t>Config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/>
                        <a:t>Sepsis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/>
                        <a:t>BPIC’11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24016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r>
                        <a:rPr sz="1200"/>
                        <a:t>Full (2-of-3)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687625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r>
                        <a:rPr sz="1200"/>
                        <a:t>Without GLM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0.83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682654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r>
                        <a:rPr sz="1200"/>
                        <a:t>Without Kimi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0.82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7907" cap="flat" cmpd="sng" algn="ctr">
                      <a:solidFill>
                        <a:srgbClr val="0A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43275"/>
                  </a:ext>
                </a:extLst>
              </a:tr>
            </a:tbl>
          </a:graphicData>
        </a:graphic>
      </p:graphicFrame>
      <p:sp>
        <p:nvSpPr>
          <p:cNvPr id="29" name="직사각형 58">
            <a:extLst>
              <a:ext uri="{FF2B5EF4-FFF2-40B4-BE49-F238E27FC236}">
                <a16:creationId xmlns:a16="http://schemas.microsoft.com/office/drawing/2014/main" id="{23449121-FC3F-6430-DF4B-C60F7930EED7}"/>
              </a:ext>
            </a:extLst>
          </p:cNvPr>
          <p:cNvSpPr/>
          <p:nvPr/>
        </p:nvSpPr>
        <p:spPr>
          <a:xfrm>
            <a:off x="15286050" y="28170633"/>
            <a:ext cx="13952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400" b="1"/>
              <a:t>Table 2. </a:t>
            </a:r>
            <a:r>
              <a:rPr sz="1400"/>
              <a:t>Ablation: conformance fitness (2.0× augmentation)</a:t>
            </a:r>
          </a:p>
        </p:txBody>
      </p:sp>
      <p:pic>
        <p:nvPicPr>
          <p:cNvPr id="4202" name="Picture 4201" descr="figure_dataset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483" y="2849631"/>
            <a:ext cx="3152831" cy="2854505"/>
          </a:xfrm>
          <a:prstGeom prst="rect">
            <a:avLst/>
          </a:prstGeom>
        </p:spPr>
      </p:pic>
      <p:pic>
        <p:nvPicPr>
          <p:cNvPr id="4203" name="Picture 4202" descr="figure_architect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6801" y="2435029"/>
            <a:ext cx="3904951" cy="3855936"/>
          </a:xfrm>
          <a:prstGeom prst="rect">
            <a:avLst/>
          </a:prstGeom>
        </p:spPr>
      </p:pic>
      <p:pic>
        <p:nvPicPr>
          <p:cNvPr id="4204" name="Picture 4203" descr="figure_sepsis_process_fl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04" y="34511038"/>
            <a:ext cx="10887075" cy="5229225"/>
          </a:xfrm>
          <a:prstGeom prst="rect">
            <a:avLst/>
          </a:prstGeom>
        </p:spPr>
      </p:pic>
      <p:pic>
        <p:nvPicPr>
          <p:cNvPr id="4205" name="Picture 4204" descr="figure_prediction_accura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1374" y="16577345"/>
            <a:ext cx="13611113" cy="8620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D25F4CCF099424FBB0E49D2F4FB69C6" ma:contentTypeVersion="15" ma:contentTypeDescription="새 문서를 만듭니다." ma:contentTypeScope="" ma:versionID="63ecdc24dec53d45c268f678badbd932">
  <xsd:schema xmlns:xsd="http://www.w3.org/2001/XMLSchema" xmlns:xs="http://www.w3.org/2001/XMLSchema" xmlns:p="http://schemas.microsoft.com/office/2006/metadata/properties" xmlns:ns3="a5df4d10-fd1c-4cda-8d53-ef23da5c6fb0" targetNamespace="http://schemas.microsoft.com/office/2006/metadata/properties" ma:root="true" ma:fieldsID="cf3461d3924719bec123af59ce06053c" ns3:_="">
    <xsd:import namespace="a5df4d10-fd1c-4cda-8d53-ef23da5c6f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f4d10-fd1c-4cda-8d53-ef23da5c6f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5df4d10-fd1c-4cda-8d53-ef23da5c6fb0" xsi:nil="true"/>
  </documentManagement>
</p:properties>
</file>

<file path=customXml/itemProps1.xml><?xml version="1.0" encoding="utf-8"?>
<ds:datastoreItem xmlns:ds="http://schemas.openxmlformats.org/officeDocument/2006/customXml" ds:itemID="{6D2E915C-0D4E-4728-82E1-83E0034641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df4d10-fd1c-4cda-8d53-ef23da5c6f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330E83-AFC6-408D-8882-3CFBCE7B91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1A7014-1AAA-43D3-98BB-D6A866645AFC}">
  <ds:schemaRefs>
    <ds:schemaRef ds:uri="http://schemas.microsoft.com/office/2006/documentManagement/types"/>
    <ds:schemaRef ds:uri="http://purl.org/dc/elements/1.1/"/>
    <ds:schemaRef ds:uri="http://purl.org/dc/dcmitype/"/>
    <ds:schemaRef ds:uri="a5df4d10-fd1c-4cda-8d53-ef23da5c6fb0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20566</TotalTime>
  <Words>636</Words>
  <Application>Microsoft Office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Batang</vt:lpstr>
      <vt:lpstr>HY Sinmyeongjo</vt:lpstr>
      <vt:lpstr>맑은 고딕</vt:lpstr>
      <vt:lpstr>Arial</vt:lpstr>
      <vt:lpstr>Arial Black</vt:lpstr>
      <vt:lpstr>Times New Roman</vt:lpstr>
      <vt:lpstr>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Monobasic</dc:creator>
  <cp:lastModifiedBy>Jamaludin M Rifqi Azkiya</cp:lastModifiedBy>
  <cp:revision>516</cp:revision>
  <cp:lastPrinted>2015-04-17T00:55:41Z</cp:lastPrinted>
  <dcterms:created xsi:type="dcterms:W3CDTF">2011-05-08T05:04:19Z</dcterms:created>
  <dcterms:modified xsi:type="dcterms:W3CDTF">2026-05-27T06:27:58Z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0x0101007D25F4CCF099424FBB0E49D2F4FB69C6</vt:lpwstr>
  </property>
</Properties>
</file>